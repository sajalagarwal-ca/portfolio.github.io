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2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F3D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Food</c:v>
                  </c:pt>
                  <c:pt idx="1">
                    <c:v>Rent</c:v>
                  </c:pt>
                  <c:pt idx="2">
                    <c:v>Shopping</c:v>
                  </c:pt>
                  <c:pt idx="3">
                    <c:v>Entertainment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2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8E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8E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0350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Analyse · Budget  —  Full-stack Python 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 +  FastAPI backend  +  MySQL database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960120" cy="274320"/>
          </a:xfrm>
          <a:prstGeom prst="rect">
            <a:avLst/>
          </a:prstGeom>
          <a:solidFill>
            <a:srgbClr val="0A3D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63624" y="3858768"/>
            <a:ext cx="960120" cy="274320"/>
          </a:xfrm>
          <a:prstGeom prst="rect">
            <a:avLst/>
          </a:prstGeom>
          <a:solidFill>
            <a:srgbClr val="0A3D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24328" y="3858768"/>
            <a:ext cx="960120" cy="274320"/>
          </a:xfrm>
          <a:prstGeom prst="rect">
            <a:avLst/>
          </a:prstGeom>
          <a:solidFill>
            <a:srgbClr val="0A3D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85032" y="3858768"/>
            <a:ext cx="960120" cy="274320"/>
          </a:xfrm>
          <a:prstGeom prst="rect">
            <a:avLst/>
          </a:prstGeom>
          <a:solidFill>
            <a:srgbClr val="0A3D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45736" y="3858768"/>
            <a:ext cx="960120" cy="274320"/>
          </a:xfrm>
          <a:prstGeom prst="rect">
            <a:avLst/>
          </a:prstGeom>
          <a:solidFill>
            <a:srgbClr val="0A3D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Portfolio Project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1463040"/>
            <a:ext cx="1554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expense management application — from database to deployed 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83210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457200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197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4538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expense tracking matters and what gaps this tool addresses.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92224"/>
            <a:ext cx="83210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92224"/>
            <a:ext cx="457200" cy="576072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92224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1031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FastAPI, Streamlit, and MySQL connect to form a full-stack app.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441448"/>
            <a:ext cx="83210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441448"/>
            <a:ext cx="457200" cy="576072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41448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275234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schema, db_helper.py, and FastAPI REST endpoints.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090672"/>
            <a:ext cx="83210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90672"/>
            <a:ext cx="457200" cy="576072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90672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3145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Add/Update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340156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to log and update daily expenses by category.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739896"/>
            <a:ext cx="83210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739896"/>
            <a:ext cx="457200" cy="576072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39896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Analytics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405079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and category breakdowns powered by live API data.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389120"/>
            <a:ext cx="83210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389120"/>
            <a:ext cx="457200" cy="576072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389120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7552" y="4443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7552" y="470001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and what makes this a strong portfolio project.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challenge of personal expense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931920" cy="338328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have no idea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their money goes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it's already gone.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160520"/>
            <a:ext cx="338328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2062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17043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289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30368" y="1261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1554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category tracking, overspending on Food or Entertainment goes unnoticed until end of month.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22860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30368" y="2377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0368" y="2670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entries aren't useful — people need date-range summaries to see patterns and plan budgets.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34015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4515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30368" y="34930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Tool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37856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are tedious; existing apps are expensive or overkill. A lightweight custom tool fills the gap.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full-stack design: UI → API → Database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1965960" cy="2011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· add_update_ui.py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analytics_ui.py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2148840"/>
            <a:ext cx="246888" cy="0"/>
          </a:xfrm>
          <a:prstGeom prst="line">
            <a:avLst/>
          </a:prstGeom>
          <a:noFill/>
          <a:ln w="25400">
            <a:solidFill>
              <a:srgbClr val="B2D8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20299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32888" y="1170432"/>
            <a:ext cx="196596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32888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32888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32888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98848" y="2148840"/>
            <a:ext cx="246888" cy="0"/>
          </a:xfrm>
          <a:prstGeom prst="line">
            <a:avLst/>
          </a:prstGeom>
          <a:noFill/>
          <a:ln w="25400">
            <a:solidFill>
              <a:srgbClr val="B2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20299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45736" y="1170432"/>
            <a:ext cx="1965960" cy="2011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45736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45736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Helper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45736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db_helper.py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11696" y="2148840"/>
            <a:ext cx="246888" cy="0"/>
          </a:xfrm>
          <a:prstGeom prst="line">
            <a:avLst/>
          </a:prstGeom>
          <a:noFill/>
          <a:ln w="25400">
            <a:solidFill>
              <a:srgbClr val="B2D8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02996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58584" y="1170432"/>
            <a:ext cx="1965960" cy="2011680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58584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958584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58584" y="24231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table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33756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410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 AT A GLANCE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39312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app.py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entry point — loads tabs &amp; routes to UI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add_update_ui.py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form — GET existing entries, POST updates via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analytics_ui.py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tab — date range picker, bar chart, summary 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server.py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2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server — GET/POST expenses + POST analytics endpoints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&amp; FastAPI Backend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schema, db_helper context managers, and REST endpoints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4160520" cy="356616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expenses (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8105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expense_date  DATE,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48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        DECIMAL(10,2),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     VARCHAR(50),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523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         TEXT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761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HELPER PATTERN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@contextmanager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3675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get_db_cursor(commit=False):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8770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 = mysql.connector.connect(..)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4078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 = connection.cursor(dict=True)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cursor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4480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commit: connection.commit()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536192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536192"/>
            <a:ext cx="68580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36192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68112" y="16276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/expenses/{date}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68112" y="1947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expenses for a specific date. Returns List[Expense] with amount, category, notes.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706624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706624"/>
            <a:ext cx="68580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706624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68112" y="27980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/expenses/{date}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68112" y="311810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existing entries for date, then bulk-insert new List[Expense]. Atomic replace pattern.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877056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877056"/>
            <a:ext cx="685800" cy="1051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877056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68112" y="39684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/analytics/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68112" y="428853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DateRange body, query category SUM, compute percentages, return breakdown dict.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Add / Update Expenses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form with pre-populated data from the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61288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61288"/>
            <a:ext cx="64008" cy="6675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44168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1225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date → immediate GET /expenses/{date} call pre-fills the form with existing entries.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920240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920240"/>
            <a:ext cx="6400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0312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1984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5-Row Expense 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columns: Amount (number input), Category (selectbox with 5 options), Notes (text input).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679192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679192"/>
            <a:ext cx="6400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86207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" y="2743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Options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0266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· Food · Shopping · Entertainment · Other — fixed set prevents typos and enables clean analytics grouping.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438144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438144"/>
            <a:ext cx="6400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62102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502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Submission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7856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Zero-amount rows are filtered out before POST. Only real expenses are sent — avoids polluting the database.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197096"/>
            <a:ext cx="4160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4197096"/>
            <a:ext cx="64008" cy="6675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7997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379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4128" y="42611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Feedback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4128" y="45445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st.success / st.error gives immediate visual confirmation. API response drives the UI state.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161288"/>
            <a:ext cx="3977640" cy="370332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252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add_update_ui.py  — KEY LOGIC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19472" y="1600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existing data for date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19472" y="18013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19472" y="20025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f'{API_URL}/expenses/{selected_date}'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19472" y="22037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19472" y="24048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19472" y="26060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Render 5-row input form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19472" y="28072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st.form(key='expense_form'):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19472" y="3008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range(5):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19472" y="32095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 = st.number_input(...)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19472" y="34107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 = st.selectbox(...)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19472" y="3611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 = st.text_input(...)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19472" y="38130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19472" y="40142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D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&amp; POST on submit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19472" y="4215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submit_button: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19472" y="44165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filtered = [e for e in expenses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19472" y="46177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if e['amount'] &gt; 0]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19472" y="48188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requests.post(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19472" y="50200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f'{API_URL}/expenses/{date}',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19472" y="52212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json=filtered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19472" y="54223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Analytics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expense breakdown with live bar chart and summary table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632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14300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4300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3075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87752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43000"/>
            <a:ext cx="19659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075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90872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1143000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143000"/>
            <a:ext cx="19659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3075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93992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450592"/>
            <a:ext cx="4160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450592"/>
            <a:ext cx="54864" cy="4480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Date Range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2679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col1/col2 layout: start_date and end_date pickers default to Aug 2024 sample range.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971800"/>
            <a:ext cx="4160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2971800"/>
            <a:ext cx="54864" cy="4480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3008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3200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button click, sends {start_date, end_date} JSON to POST /analytics/ endpoint.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493008"/>
            <a:ext cx="4160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493008"/>
            <a:ext cx="54864" cy="4480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6112" y="3529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Breakdown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" y="37216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dict: category → {total, percentage}. Pydantic DateRange model validates input.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14216"/>
            <a:ext cx="4160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4014216"/>
            <a:ext cx="54864" cy="4480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96112" y="40507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Bar Chart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6112" y="42428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st.bar_chart() renders Percentage by Category — sorted descending for instant visual priority.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4535424"/>
            <a:ext cx="41605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1480" y="4535424"/>
            <a:ext cx="54864" cy="44805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608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96112" y="4572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6112" y="47640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st.table() shows formatted Total (2dp) and Percentage (2dp) — clean, readable data review.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450592"/>
            <a:ext cx="39776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19472" y="2542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ANALYTICS OUTPUT</a:t>
            </a:r>
            <a:endParaRPr lang="en-US" sz="90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4754880" y="2834640"/>
          <a:ext cx="39776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0" name="Text 4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Error Handling &amp; Code Quality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patterns that elevate this beyond a basic script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6400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261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Logging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5727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logging_setup.py provides a reusable setup_logger() factory. Every module (server, db_helper) gets its own named logger writing to server.log. DEBUG level captures full request lifecycle.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432304"/>
            <a:ext cx="64008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5237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 for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@contextmanager in get_db_cursor() guarantees connection cleanup even on exceptions. commit=False default prevents accidental writes on read operations.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94176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694176"/>
            <a:ext cx="64008" cy="11155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7856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Data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0965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BaseModel (Expense, DateRange) validates all incoming JSON automatically. Type errors return structured 422 responses — no manual try/except needed.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1170432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170432"/>
            <a:ext cx="64008" cy="11155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1261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Exception Handling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5727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raises HTTPException(500) if DB returns None. Client (Streamlit) checks response.status_code before rendering data — failures show st.error() not a crash.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432304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432304"/>
            <a:ext cx="64008" cy="1115568"/>
          </a:xfrm>
          <a:prstGeom prst="rect">
            <a:avLst/>
          </a:prstGeom>
          <a:solidFill>
            <a:srgbClr val="1E3A42"/>
          </a:solidFill>
          <a:ln w="12700">
            <a:solidFill>
              <a:srgbClr val="1E3A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25237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28346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separation: UI never touches DB; server never builds HTML; db_helper has no FastAPI knowledge. Each layer is independently testable and replaceable.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694176"/>
            <a:ext cx="3977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694176"/>
            <a:ext cx="64008" cy="11155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7856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Replace Pattern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40965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/expenses/{date} does delete-then-insert as a logical unit. Prevents duplicate entries and makes updates idempotent — safe to retry.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 for your portfolio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B2D8DE"/>
          </a:solidFill>
          <a:ln w="12700">
            <a:solidFill>
              <a:srgbClr val="B2D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19659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350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632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Architecture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(UI·API·DB)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17043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70432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3350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87752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17043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70432"/>
            <a:ext cx="19659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350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90872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1170432"/>
            <a:ext cx="1965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170432"/>
            <a:ext cx="196596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3350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93992" y="1883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54203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542032"/>
            <a:ext cx="54864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6791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4128" y="261518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ownership — One developer, one codebase, three tiers. This proves you can architect a complete application, not just write scripts.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18211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182112"/>
            <a:ext cx="54864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31927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4128" y="325526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— UI, API, and DB are fully decoupled. Any layer can be swapped (e.g., replace MySQL with PostgreSQL) without touching the others.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82219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822192"/>
            <a:ext cx="54864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959352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24128" y="389534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patterns — Context managers, centralised logging, HTTP error codes, and Pydantic validation show engineering maturity beyond tutorial code.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46227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4462272"/>
            <a:ext cx="54864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4599432"/>
            <a:ext cx="292608" cy="29260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599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4128" y="453542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value — The analytics tab with percentage breakdowns and bar charts solves a genuine personal finance pain point — not a toy problem.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  |  Portfolio Project  |  Python · FastAPI · Streamlit · MySQL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6632"/>
            <a:ext cx="9144000" cy="868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1901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20240" y="2971800"/>
            <a:ext cx="1600200" cy="320040"/>
          </a:xfrm>
          <a:prstGeom prst="rect">
            <a:avLst/>
          </a:prstGeom>
          <a:solidFill>
            <a:srgbClr val="0A2E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2971800"/>
            <a:ext cx="1600200" cy="320040"/>
          </a:xfrm>
          <a:prstGeom prst="rect">
            <a:avLst/>
          </a:prstGeom>
          <a:solidFill>
            <a:srgbClr val="0A2E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971800"/>
            <a:ext cx="1600200" cy="320040"/>
          </a:xfrm>
          <a:prstGeom prst="rect">
            <a:avLst/>
          </a:prstGeom>
          <a:solidFill>
            <a:srgbClr val="0A2E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971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429000"/>
            <a:ext cx="1600200" cy="320040"/>
          </a:xfrm>
          <a:prstGeom prst="rect">
            <a:avLst/>
          </a:prstGeom>
          <a:solidFill>
            <a:srgbClr val="0A2E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429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3429000"/>
            <a:ext cx="1600200" cy="320040"/>
          </a:xfrm>
          <a:prstGeom prst="rect">
            <a:avLst/>
          </a:prstGeom>
          <a:solidFill>
            <a:srgbClr val="0A2E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429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3429000"/>
            <a:ext cx="1600200" cy="320040"/>
          </a:xfrm>
          <a:prstGeom prst="rect">
            <a:avLst/>
          </a:prstGeom>
          <a:solidFill>
            <a:srgbClr val="0A2E3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429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2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 · Subscribe for more Python Portfolio Projects!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Management System — Portfolio Project</dc:title>
  <dc:subject>PptxGenJS Presentation</dc:subject>
  <dc:creator>PptxGenJS</dc:creator>
  <cp:lastModifiedBy>PptxGenJS</cp:lastModifiedBy>
  <cp:revision>1</cp:revision>
  <dcterms:created xsi:type="dcterms:W3CDTF">2026-02-25T21:07:02Z</dcterms:created>
  <dcterms:modified xsi:type="dcterms:W3CDTF">2026-02-25T21:07:02Z</dcterms:modified>
</cp:coreProperties>
</file>